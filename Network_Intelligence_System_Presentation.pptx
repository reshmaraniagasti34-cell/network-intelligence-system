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972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1F4E79"/>
                </a:solidFill>
                <a:latin typeface="Times New Roman"/>
              </a:rPr>
              <a:t>NETWORK INTELLIGENCE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Times New Roman"/>
              </a:rPr>
              <a:t>From Network Telemetry to Explainable Incidents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2971800"/>
            <a:ext cx="6492240" cy="594360"/>
          </a:xfrm>
          <a:prstGeom prst="round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i="0">
                <a:solidFill>
                  <a:srgbClr val="000000"/>
                </a:solidFill>
                <a:latin typeface="Times New Roman"/>
              </a:rPr>
              <a:t>Detect • Explain • Assess •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86200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 i="0">
                <a:solidFill>
                  <a:srgbClr val="595959"/>
                </a:solidFill>
                <a:latin typeface="Times New Roman"/>
              </a:rPr>
              <a:t>Prototype for intelligent network monitoring and root-cause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8006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C00000"/>
                </a:solidFill>
                <a:latin typeface="Times New Roman"/>
              </a:rPr>
              <a:t>Technical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4E79"/>
                </a:solidFill>
                <a:latin typeface="Times New Roman"/>
              </a:rP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Times New Roman"/>
              </a:rPr>
              <a:t>Traditional monitoring can tell us that a metric crossed a threshold, but not what the incident means.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• Packet loss or latency may increase on a device.</a:t>
            </a:r>
          </a:p>
          <a:p>
            <a:pPr>
              <a:spcAft>
                <a:spcPts val="10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• An administrator still needs to know the probable cause.</a:t>
            </a:r>
          </a:p>
          <a:p>
            <a:pPr>
              <a:spcAft>
                <a:spcPts val="10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• The system should identify which devices are affected.</a:t>
            </a:r>
          </a:p>
          <a:p>
            <a:pPr>
              <a:spcAft>
                <a:spcPts val="10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• It should distinguish operational anomalies from potential security events.</a:t>
            </a:r>
          </a:p>
          <a:p>
            <a:pPr>
              <a:spcAft>
                <a:spcPts val="10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• The conclusion should include a confidence level and an explanation.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623560"/>
            <a:ext cx="9326880" cy="502920"/>
          </a:xfrm>
          <a:prstGeom prst="round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Times New Roman"/>
              </a:rPr>
              <a:t>Challenge: move from threshold monitoring to network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4E79"/>
                </a:solidFill>
                <a:latin typeface="Times New Roman"/>
              </a:rPr>
              <a:t>2.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i="0">
                <a:solidFill>
                  <a:srgbClr val="000000"/>
                </a:solidFill>
                <a:latin typeface="Times New Roman"/>
              </a:rPr>
              <a:t>Transform raw network telemetry into actionable and explainable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377440"/>
            <a:ext cx="1508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Network
Telemetry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92608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31720" y="2377440"/>
            <a:ext cx="1508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Data
Processing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79" y="2926080"/>
            <a:ext cx="502921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2377440"/>
            <a:ext cx="1508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Anomaly
Detection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92608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55080" y="2377440"/>
            <a:ext cx="1508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Root-Cause
Analysis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292608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66760" y="2377440"/>
            <a:ext cx="1508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Security
Assessment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75520" y="292608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378440" y="2377440"/>
            <a:ext cx="1508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Incident
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10149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 i="0">
                <a:solidFill>
                  <a:srgbClr val="000000"/>
                </a:solidFill>
                <a:latin typeface="Times New Roman"/>
              </a:rPr>
              <a:t>The system combines engineering rules, machine learning, network topology, and security indicators.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5303520"/>
            <a:ext cx="5943600" cy="502920"/>
          </a:xfrm>
          <a:prstGeom prst="round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Times New Roman"/>
              </a:rPr>
              <a:t>Goal: actionable information, not just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4E79"/>
                </a:solidFill>
                <a:latin typeface="Times New Roman"/>
              </a:rPr>
              <a:t>3.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Network
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23160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Data
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600200"/>
            <a:ext cx="21488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Rule-Based
Anomaly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2788920"/>
            <a:ext cx="21488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Isolation Forest
ML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148840"/>
            <a:ext cx="21488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Root-Cause
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148840"/>
            <a:ext cx="21488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Security
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3703320"/>
            <a:ext cx="21488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Incident Report /
Web Dashboard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1627632"/>
            <a:ext cx="685800" cy="36576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68880" y="2816352"/>
            <a:ext cx="685800" cy="36576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03520" y="1993392"/>
            <a:ext cx="777240" cy="54864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303520" y="2542032"/>
            <a:ext cx="777240" cy="64008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2542032"/>
            <a:ext cx="685800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66960" y="2926080"/>
            <a:ext cx="0" cy="77724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516636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000000"/>
                </a:solidFill>
                <a:latin typeface="Times New Roman"/>
              </a:rPr>
              <a:t>Backend: Python + FastAPI     |     ML: Scikit-learn     |     Topology: NetworkX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4E79"/>
                </a:solidFill>
                <a:latin typeface="Times New Roman"/>
              </a:rPr>
              <a:t>4. Technical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Times New Roman"/>
              </a:rPr>
              <a:t>Telemetry &amp;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Telemetry features: latency, packet loss, CPU, memory, bandwidth, interface errors, and traffic.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Historical baseline: 4,000 generated normal telemetry records.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Rule-based detection provides interpretable network evidence.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Isolation Forest provides unsupervised ML anomaly detection.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</a:rPr>
              <a:t>Root Cause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Network topology is used to reason about probable source and impact.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Anomaly severity and network position are combined for root-cause ranking.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Traffic, CPU, and packet-loss combinations support security assessment.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The final report explains the conclusion and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5623560"/>
            <a:ext cx="6309360" cy="502920"/>
          </a:xfrm>
          <a:prstGeom prst="round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Times New Roman"/>
              </a:rPr>
              <a:t>Hybrid approach = interpretable rules + unsupervised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4E79"/>
                </a:solidFill>
                <a:latin typeface="Times New Roman"/>
              </a:rPr>
              <a:t>5. Working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Times New Roman"/>
              </a:rPr>
              <a:t>Normal network → failure injection → intelligent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NORMAL
NETWORK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2578608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20574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FAILURE
INJECTION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26280" y="2578608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83480" y="20574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ANOMALY
DETECTION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66560" y="2578608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23760" y="20574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ROOT CAUSE
R2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06840" y="2578608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2057400"/>
            <a:ext cx="1783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AFFECTED
R3, R4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886200"/>
            <a:ext cx="2468880" cy="594360"/>
          </a:xfrm>
          <a:prstGeom prst="round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i="0">
                <a:solidFill>
                  <a:srgbClr val="000000"/>
                </a:solidFill>
                <a:latin typeface="Times New Roman"/>
              </a:rPr>
              <a:t>Confidence: 85%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886200"/>
            <a:ext cx="27432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i="0">
                <a:solidFill>
                  <a:srgbClr val="000000"/>
                </a:solidFill>
                <a:latin typeface="Times New Roman"/>
              </a:rPr>
              <a:t>Security: Assessed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886200"/>
            <a:ext cx="25603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i="0">
                <a:solidFill>
                  <a:srgbClr val="000000"/>
                </a:solidFill>
                <a:latin typeface="Times New Roman"/>
              </a:rPr>
              <a:t>Incident: Generated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Times New Roman"/>
              </a:rPr>
              <a:t>Example conclusion: R2 is the probable root cause; R3 and R4 are affected.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4E79"/>
                </a:solidFill>
                <a:latin typeface="Times New Roman"/>
              </a:rPr>
              <a:t>6.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468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C00000"/>
                </a:solidFill>
                <a:latin typeface="Times New Roman"/>
              </a:rPr>
              <a:t>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2194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000000"/>
                </a:solidFill>
                <a:latin typeface="Times New Roman"/>
              </a:rPr>
              <a:t>R2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17320"/>
            <a:ext cx="2468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5727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C00000"/>
                </a:solidFill>
                <a:latin typeface="Times New Roman"/>
              </a:rPr>
              <a:t>AFFECTED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65960"/>
            <a:ext cx="2194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000000"/>
                </a:solidFill>
                <a:latin typeface="Times New Roman"/>
              </a:rPr>
              <a:t>R3, R4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2468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727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Times New Roman"/>
              </a:rPr>
              <a:t>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2194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000000"/>
                </a:solidFill>
                <a:latin typeface="Times New Roman"/>
              </a:rPr>
              <a:t>85%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417320"/>
            <a:ext cx="2468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15727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C00000"/>
                </a:solidFill>
                <a:latin typeface="Times New Roman"/>
              </a:rP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965960"/>
            <a:ext cx="21945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000000"/>
                </a:solidFill>
                <a:latin typeface="Times New Roman"/>
              </a:rPr>
              <a:t>Operational /
Suspicious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461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Times New Roman"/>
              </a:rPr>
              <a:t>Explainable Incident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R2 shows strong anomaly indicators such as high CPU utilization and severe interface errors.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R3 and R4 show downstream performance degradation.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The system reports the probable root cause instead of only reporting individual alerts.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Security assessment is kept separate from operational root-cause reasoning.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5897880"/>
            <a:ext cx="6583680" cy="411480"/>
          </a:xfrm>
          <a:prstGeom prst="round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From raw metrics → reasoned incident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4E79"/>
                </a:solidFill>
                <a:latin typeface="Times New Roman"/>
              </a:rPr>
              <a:t>7. Limitations &amp; 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</a:rP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Telemetry is simulated for the prototype.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Network topology is limited to a small test environment.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Security classification uses heuristic indicators.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ML performance depends on the quality of the baseline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Times New Roman"/>
              </a:rPr>
              <a:t>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Integrate real Cisco/SNMP/NetFlow telemetry.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Use larger real-world datasets and continuous learning.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Add more advanced ML models for comparison.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• Support real-time streaming and automated remediation.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5257800"/>
            <a:ext cx="7223760" cy="594360"/>
          </a:xfrm>
          <a:prstGeom prst="round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i="0">
                <a:solidFill>
                  <a:srgbClr val="000000"/>
                </a:solidFill>
                <a:latin typeface="Times New Roman"/>
              </a:rPr>
              <a:t>Future goal: real-time, explainable network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4E79"/>
                </a:solidFill>
                <a:latin typeface="Times New Roman"/>
              </a:rPr>
              <a:t>8.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Times New Roman"/>
              </a:rPr>
              <a:t>The prototype demonstrates that network monitoring can move beyond simple threshold alerts.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24028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• Detect abnormal network behavior.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• Use ML together with engineering-based evidence.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• Identify a probable root cause and affected components.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• Assess whether an anomaly may have security significance.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• Generate an explainable incident summary with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5669280"/>
            <a:ext cx="6492240" cy="502920"/>
          </a:xfrm>
          <a:prstGeom prst="round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i="0">
                <a:solidFill>
                  <a:srgbClr val="000000"/>
                </a:solidFill>
                <a:latin typeface="Times New Roman"/>
              </a:rPr>
              <a:t>Network Telemetry → Network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95959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1AB50543-FBB4-D619-6CC7-D0D84A888662}"/>
              </a:ext>
            </a:extLst>
          </p:cNvPr>
          <p:cNvSpPr/>
          <p:nvPr/>
        </p:nvSpPr>
        <p:spPr>
          <a:xfrm>
            <a:off x="1455174" y="1012720"/>
            <a:ext cx="9085007" cy="4640828"/>
          </a:xfrm>
          <a:prstGeom prst="horizontalScroll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isometricOffAxis1Righ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By : Reshma Rani Agasti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126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635</Words>
  <Application>Microsoft Office PowerPoint</Application>
  <PresentationFormat>Widescreen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Reshma Rani Agasti</cp:lastModifiedBy>
  <cp:revision>2</cp:revision>
  <dcterms:created xsi:type="dcterms:W3CDTF">2013-01-27T09:14:16Z</dcterms:created>
  <dcterms:modified xsi:type="dcterms:W3CDTF">2026-09-14T17:39:28Z</dcterms:modified>
  <cp:category/>
</cp:coreProperties>
</file>